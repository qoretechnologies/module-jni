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Welcome to the presentation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Main Content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This is the main content slide</a:t>
            </a:r>
            <a:endParaRPr lang="en-US" smtClean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Thank you for your attention</a:t>
            </a:r>
            <a:endParaRPr lang="en-US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