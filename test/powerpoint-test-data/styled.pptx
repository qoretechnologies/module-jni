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Body text here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Only Layout</a:t>
            </a:r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