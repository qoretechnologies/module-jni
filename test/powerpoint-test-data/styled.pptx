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And Content Layout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Body text here</a:t>
            </a:r>
            <a:endParaRPr lang="en-US" smtClean="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Only Layout</a:t>
            </a:r>
            <a:endParaRPr lang="en-US" smtClean="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