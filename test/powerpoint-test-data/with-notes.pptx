
<file path=[Content_Types].xml><?xml version="1.0" encoding="utf-8"?>
<Types xmlns="http://schemas.openxmlformats.org/package/2006/content-types">
  <Default ContentType="image/jpeg" Extension="jpe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6"/>
    <p:sldId id="257" r:id="rId10"/>
    <p:sldId id="258" r:id="rId1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2.xml" Type="http://schemas.openxmlformats.org/officeDocument/2006/relationships/slide"/><Relationship Id="rId11" Target="notesSlides/notesSlide2.xml" Type="http://schemas.openxmlformats.org/officeDocument/2006/relationships/notesSlide"/><Relationship Id="rId12" Target="slides/slide3.xml" Type="http://schemas.openxmlformats.org/officeDocument/2006/relationships/slide"/><Relationship Id="rId2" Target="presProps.xml" Type="http://schemas.openxmlformats.org/officeDocument/2006/relationships/presProps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notesMasters/notesMaster1.xml" Type="http://schemas.openxmlformats.org/officeDocument/2006/relationships/notesMaster"/><Relationship Id="rId8" Target="theme/theme2.xml" Type="http://schemas.openxmlformats.org/officeDocument/2006/relationships/theme"/><Relationship Id="rId9" Target="notesSlides/notesSlide1.xml" Type="http://schemas.openxmlformats.org/officeDocument/2006/relationships/notes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notesSlide1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Remember to explain the key points here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</p:notes>
</file>

<file path=ppt/notesSlides/notesSlide2.xml><?xml version="1.0" encoding="utf-8"?>
<p:notes xmlns:p="http://schemas.openxmlformats.org/presentationml/2006/main">
  <p:cSld>
    <p:spTree xmlns:a="http://schemas.openxmlformats.org/drawingml/2006/main"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These are notes for slide 2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1.xml" Type="http://schemas.openxmlformats.org/officeDocument/2006/relationships/notesSlide"/></Relationships>
</file>

<file path=ppt/slides/_rels/slide2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Relationship Id="rId2" Target="../notesSlides/notesSlide2.xml" Type="http://schemas.openxmlformats.org/officeDocument/2006/relationships/notesSlide"/></Relationships>
</file>

<file path=ppt/slides/_rels/slide3.xml.rels><?xml version="1.0" encoding="UTF-8" standalone="yes"?><Relationships xmlns="http://schemas.openxmlformats.org/package/2006/relationships"><Relationship Id="rId1" Target="../slideLayouts/slideLayout2.xml" Type="http://schemas.openxmlformats.org/officeDocument/2006/relationships/slideLayout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Slide With Notes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This slide has speaker notes</a:t>
            </a:r>
            <a:endParaRPr lang="en-US" smtClean="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Another Slide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More content</a:t>
            </a:r>
            <a:endParaRPr lang="en-US" smtClean="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xmlns:r="http://schemas.openxmlformats.org/officeDocument/2006/relationships"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No Notes Slide</a:t>
            </a:r>
            <a:endParaRPr lang="en-US" smtClean="0"/>
          </a:p>
        </p:txBody>
      </p:sp>
      <p:sp xmlns:r="http://schemas.openxmlformats.org/officeDocument/2006/relationships"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This slide has no notes</a:t>
            </a:r>
            <a:endParaRPr lang="en-US" smtClean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terms:modified xsi:type="dcterms:W3CDTF">2011-08-01T06:04:30Z</dcterms:modified>
  <cp:revision>1</cp:revision>
</cp:coreProperties>
</file>