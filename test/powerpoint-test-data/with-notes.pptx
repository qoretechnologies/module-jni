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Remember to explain the key points here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These are notes for slide 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With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This slide has speaker notes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Slide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More content</a:t>
            </a:r>
            <a:endParaRPr lang="en-US" smtClean="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 Notes Slide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This slide has no notes</a:t>
            </a:r>
            <a:endParaRPr lang="en-US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