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635000" y="635000"/>
          <a:ext cx="7874000" cy="1905000"/>
        </p:xfrm>
        <a:graphic>
          <a:graphicData uri="http://schemas.openxmlformats.org/drawingml/2006/table">
            <a:tbl>
              <a:tblPr/>
              <a:tblGrid>
                <a:gridCol w="1270000"/>
                <a:gridCol w="1270000"/>
              </a:tblGrid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SKU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Product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A001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Widget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A002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Gadget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635000" y="635000"/>
          <a:ext cx="7874000" cy="1905000"/>
        </p:xfrm>
        <a:graphic>
          <a:graphicData uri="http://schemas.openxmlformats.org/drawingml/2006/table">
            <a:tbl>
              <a:tblPr/>
              <a:tblGrid>
                <a:gridCol w="1270000"/>
                <a:gridCol w="1270000"/>
                <a:gridCol w="1270000"/>
              </a:tblGrid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ID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Name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Country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Acme Corp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USA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2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Global Ltd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UK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635000" y="635000"/>
          <a:ext cx="7874000" cy="1270000"/>
        </p:xfrm>
        <a:graphic>
          <a:graphicData uri="http://schemas.openxmlformats.org/drawingml/2006/table">
            <a:tbl>
              <a:tblPr/>
              <a:tblGrid>
                <a:gridCol w="1270000"/>
                <a:gridCol w="1270000"/>
                <a:gridCol w="1270000"/>
                <a:gridCol w="1270000"/>
              </a:tblGrid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OrderID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CustomerID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SKU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Quantity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1001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A001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5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