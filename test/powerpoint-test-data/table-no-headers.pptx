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635000" y="635000"/>
          <a:ext cx="7874000" cy="1270000"/>
        </p:xfrm>
        <a:graphic>
          <a:graphicData uri="http://schemas.openxmlformats.org/drawingml/2006/table">
            <a:tbl>
              <a:tblPr/>
              <a:tblGrid>
                <a:gridCol w="1270000"/>
                <a:gridCol w="1270000"/>
                <a:gridCol w="1270000"/>
              </a:tblGrid>
              <a:tr h="254000"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Value1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100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true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54000"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Value2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200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defRPr/>
                      </a:pPr>
                      <a:r>
                        <a:rPr lang="en-US"/>
                        <a:t>false</a:t>
                      </a:r>
                      <a:endParaRPr lang="en-US" sz="11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