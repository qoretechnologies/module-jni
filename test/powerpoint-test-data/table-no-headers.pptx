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1270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Value1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true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Value2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false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