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635000" y="635000"/>
          <a:ext cx="7874000" cy="1905000"/>
        </p:xfrm>
        <a:graphic>
          <a:graphicData uri="http://schemas.openxmlformats.org/drawingml/2006/table">
            <a:tbl>
              <a:tblPr/>
              <a:tblGrid>
                <a:gridCol w="1270000"/>
                <a:gridCol w="1270000"/>
                <a:gridCol w="1270000"/>
              </a:tblGrid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Col1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Col2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Col3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A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B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C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X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Z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