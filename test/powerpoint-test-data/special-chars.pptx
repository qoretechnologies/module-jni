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Special Characters Test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Café - French word with accent</a:t>
            </a:r>
            <a:endParaRPr lang="en-US" smtClean="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東京 - Tokyo in Japanese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Currency symbols: € £ ¥ $</a:t>
            </a:r>
            <a:endParaRPr lang="en-US" smtClean="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Math: π × r²</a:t>
            </a:r>
            <a:endParaRPr lang="en-US" smtClean="0"/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Quotes: "Hello" and 'World'</a:t>
            </a:r>
            <a:endParaRPr lang="en-US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