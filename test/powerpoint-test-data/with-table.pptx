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7874000" cy="2540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Name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Department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Salary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Alice Smith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Engineering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75000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Bob Johnson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Marketing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65000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Carol Williams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Finance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70000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