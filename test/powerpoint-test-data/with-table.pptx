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635000" y="635000"/>
          <a:ext cx="7874000" cy="2540000"/>
        </p:xfrm>
        <a:graphic>
          <a:graphicData uri="http://schemas.openxmlformats.org/drawingml/2006/table">
            <a:tbl>
              <a:tblPr/>
              <a:tblGrid>
                <a:gridCol w="1270000"/>
                <a:gridCol w="1270000"/>
                <a:gridCol w="1270000"/>
              </a:tblGrid>
              <a:tr h="2540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Name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Department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Salary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540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Alice Smith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Engineering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75000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540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Bob Johnson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Marketing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65000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540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Carol Williams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Finance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70000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